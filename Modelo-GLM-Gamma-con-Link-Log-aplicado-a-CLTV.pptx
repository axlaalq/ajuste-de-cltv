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4630400" cy="8229600"/>
  <p:notesSz cx="8229600" cy="14630400"/>
  <p:embeddedFontLst>
    <p:embeddedFont>
      <p:font typeface="Nanum Gothic" panose="020B0604020202020204" charset="-127"/>
      <p:regular r:id="rId11"/>
    </p:embeddedFont>
    <p:embeddedFont>
      <p:font typeface="Cambria Math" panose="02040503050406030204" pitchFamily="18" charset="0"/>
      <p:regular r:id="rId12"/>
    </p:embeddedFont>
    <p:embeddedFont>
      <p:font typeface="Source Sans 3" panose="020B0604020202020204" charset="0"/>
      <p:regular r:id="rId13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Aarón Luna Quiñones" userId="f4f85428-2a9c-4c44-8f0a-d30d89bf3c34" providerId="ADAL" clId="{2F0F7C47-2A1E-4C4E-A460-7AFE3060A7CC}"/>
    <pc:docChg chg="undo custSel modSld sldOrd">
      <pc:chgData name="Axel Aarón Luna Quiñones" userId="f4f85428-2a9c-4c44-8f0a-d30d89bf3c34" providerId="ADAL" clId="{2F0F7C47-2A1E-4C4E-A460-7AFE3060A7CC}" dt="2026-03-06T23:44:18.312" v="1019" actId="14100"/>
      <pc:docMkLst>
        <pc:docMk/>
      </pc:docMkLst>
      <pc:sldChg chg="delSp modSp mod">
        <pc:chgData name="Axel Aarón Luna Quiñones" userId="f4f85428-2a9c-4c44-8f0a-d30d89bf3c34" providerId="ADAL" clId="{2F0F7C47-2A1E-4C4E-A460-7AFE3060A7CC}" dt="2026-03-05T03:47:14.630" v="80" actId="1076"/>
        <pc:sldMkLst>
          <pc:docMk/>
          <pc:sldMk cId="0" sldId="256"/>
        </pc:sldMkLst>
        <pc:spChg chg="del">
          <ac:chgData name="Axel Aarón Luna Quiñones" userId="f4f85428-2a9c-4c44-8f0a-d30d89bf3c34" providerId="ADAL" clId="{2F0F7C47-2A1E-4C4E-A460-7AFE3060A7CC}" dt="2026-03-05T03:44:11.943" v="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3:47:14.630" v="8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3:47:06.468" v="77" actId="20577"/>
          <ac:spMkLst>
            <pc:docMk/>
            <pc:sldMk cId="0" sldId="256"/>
            <ac:spMk id="6" creationId="{00000000-0000-0000-0000-000000000000}"/>
          </ac:spMkLst>
        </pc:spChg>
        <pc:picChg chg="del mod">
          <ac:chgData name="Axel Aarón Luna Quiñones" userId="f4f85428-2a9c-4c44-8f0a-d30d89bf3c34" providerId="ADAL" clId="{2F0F7C47-2A1E-4C4E-A460-7AFE3060A7CC}" dt="2026-03-05T03:44:58.410" v="37" actId="478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Axel Aarón Luna Quiñones" userId="f4f85428-2a9c-4c44-8f0a-d30d89bf3c34" providerId="ADAL" clId="{2F0F7C47-2A1E-4C4E-A460-7AFE3060A7CC}" dt="2026-03-05T03:44:09.787" v="0" actId="478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Sp mod">
        <pc:chgData name="Axel Aarón Luna Quiñones" userId="f4f85428-2a9c-4c44-8f0a-d30d89bf3c34" providerId="ADAL" clId="{2F0F7C47-2A1E-4C4E-A460-7AFE3060A7CC}" dt="2026-03-06T23:44:18.312" v="1019" actId="14100"/>
        <pc:sldMkLst>
          <pc:docMk/>
          <pc:sldMk cId="0" sldId="257"/>
        </pc:sldMkLst>
        <pc:spChg chg="del">
          <ac:chgData name="Axel Aarón Luna Quiñones" userId="f4f85428-2a9c-4c44-8f0a-d30d89bf3c34" providerId="ADAL" clId="{2F0F7C47-2A1E-4C4E-A460-7AFE3060A7CC}" dt="2026-03-05T03:48:26.635" v="82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3:48:39.565" v="83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3:48:41.916" v="84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3:48:46.297" v="86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3:48:46.297" v="86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3:48:46.297" v="86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3:48:46.297" v="86" actId="478"/>
          <ac:spMkLst>
            <pc:docMk/>
            <pc:sldMk cId="0" sldId="257"/>
            <ac:spMk id="11" creationId="{00000000-0000-0000-0000-000000000000}"/>
          </ac:spMkLst>
        </pc:spChg>
        <pc:spChg chg="add mod">
          <ac:chgData name="Axel Aarón Luna Quiñones" userId="f4f85428-2a9c-4c44-8f0a-d30d89bf3c34" providerId="ADAL" clId="{2F0F7C47-2A1E-4C4E-A460-7AFE3060A7CC}" dt="2026-03-06T23:44:18.312" v="1019" actId="14100"/>
          <ac:spMkLst>
            <pc:docMk/>
            <pc:sldMk cId="0" sldId="257"/>
            <ac:spMk id="13" creationId="{7CDE4B0C-7660-C1D8-78A3-4722715A06CF}"/>
          </ac:spMkLst>
        </pc:spChg>
        <pc:spChg chg="add">
          <ac:chgData name="Axel Aarón Luna Quiñones" userId="f4f85428-2a9c-4c44-8f0a-d30d89bf3c34" providerId="ADAL" clId="{2F0F7C47-2A1E-4C4E-A460-7AFE3060A7CC}" dt="2026-03-05T03:49:50.927" v="98"/>
          <ac:spMkLst>
            <pc:docMk/>
            <pc:sldMk cId="0" sldId="257"/>
            <ac:spMk id="14" creationId="{DD69954C-95AD-186D-A11E-F3DA0BAA2558}"/>
          </ac:spMkLst>
        </pc:spChg>
        <pc:spChg chg="add">
          <ac:chgData name="Axel Aarón Luna Quiñones" userId="f4f85428-2a9c-4c44-8f0a-d30d89bf3c34" providerId="ADAL" clId="{2F0F7C47-2A1E-4C4E-A460-7AFE3060A7CC}" dt="2026-03-05T03:49:54.133" v="102"/>
          <ac:spMkLst>
            <pc:docMk/>
            <pc:sldMk cId="0" sldId="257"/>
            <ac:spMk id="15" creationId="{B145B7EA-DDFE-B39A-8B30-E0B13D50AF28}"/>
          </ac:spMkLst>
        </pc:spChg>
        <pc:picChg chg="del mod">
          <ac:chgData name="Axel Aarón Luna Quiñones" userId="f4f85428-2a9c-4c44-8f0a-d30d89bf3c34" providerId="ADAL" clId="{2F0F7C47-2A1E-4C4E-A460-7AFE3060A7CC}" dt="2026-03-05T03:48:48.060" v="87" actId="478"/>
          <ac:picMkLst>
            <pc:docMk/>
            <pc:sldMk cId="0" sldId="257"/>
            <ac:picMk id="2" creationId="{00000000-0000-0000-0000-000000000000}"/>
          </ac:picMkLst>
        </pc:picChg>
        <pc:picChg chg="del">
          <ac:chgData name="Axel Aarón Luna Quiñones" userId="f4f85428-2a9c-4c44-8f0a-d30d89bf3c34" providerId="ADAL" clId="{2F0F7C47-2A1E-4C4E-A460-7AFE3060A7CC}" dt="2026-03-05T03:47:55.513" v="81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Axel Aarón Luna Quiñones" userId="f4f85428-2a9c-4c44-8f0a-d30d89bf3c34" providerId="ADAL" clId="{2F0F7C47-2A1E-4C4E-A460-7AFE3060A7CC}" dt="2026-03-05T03:48:46.297" v="86" actId="478"/>
          <ac:picMkLst>
            <pc:docMk/>
            <pc:sldMk cId="0" sldId="257"/>
            <ac:picMk id="10" creationId="{00000000-0000-0000-0000-000000000000}"/>
          </ac:picMkLst>
        </pc:picChg>
      </pc:sldChg>
      <pc:sldChg chg="addSp delSp modSp mod">
        <pc:chgData name="Axel Aarón Luna Quiñones" userId="f4f85428-2a9c-4c44-8f0a-d30d89bf3c34" providerId="ADAL" clId="{2F0F7C47-2A1E-4C4E-A460-7AFE3060A7CC}" dt="2026-03-05T04:39:21.417" v="544" actId="22"/>
        <pc:sldMkLst>
          <pc:docMk/>
          <pc:sldMk cId="0" sldId="258"/>
        </pc:sldMkLst>
        <pc:spChg chg="del">
          <ac:chgData name="Axel Aarón Luna Quiñones" userId="f4f85428-2a9c-4c44-8f0a-d30d89bf3c34" providerId="ADAL" clId="{2F0F7C47-2A1E-4C4E-A460-7AFE3060A7CC}" dt="2026-03-05T04:18:02.875" v="334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2.400" v="335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5.612" v="337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4.118" v="336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7.083" v="33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18:19.180" v="339" actId="47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4:23:40.067" v="382" actId="113"/>
          <ac:spMkLst>
            <pc:docMk/>
            <pc:sldMk cId="0" sldId="258"/>
            <ac:spMk id="18" creationId="{00000000-0000-0000-0000-000000000000}"/>
          </ac:spMkLst>
        </pc:spChg>
        <pc:spChg chg="add del mod">
          <ac:chgData name="Axel Aarón Luna Quiñones" userId="f4f85428-2a9c-4c44-8f0a-d30d89bf3c34" providerId="ADAL" clId="{2F0F7C47-2A1E-4C4E-A460-7AFE3060A7CC}" dt="2026-03-05T04:13:41.448" v="218" actId="478"/>
          <ac:spMkLst>
            <pc:docMk/>
            <pc:sldMk cId="0" sldId="258"/>
            <ac:spMk id="20" creationId="{358045D6-0E94-C838-2E38-F3FB9B2D6978}"/>
          </ac:spMkLst>
        </pc:spChg>
        <pc:spChg chg="add mod">
          <ac:chgData name="Axel Aarón Luna Quiñones" userId="f4f85428-2a9c-4c44-8f0a-d30d89bf3c34" providerId="ADAL" clId="{2F0F7C47-2A1E-4C4E-A460-7AFE3060A7CC}" dt="2026-03-05T04:13:50.584" v="221"/>
          <ac:spMkLst>
            <pc:docMk/>
            <pc:sldMk cId="0" sldId="258"/>
            <ac:spMk id="22" creationId="{847693AB-BB1E-4BA9-D89B-E9AB6402EA61}"/>
          </ac:spMkLst>
        </pc:spChg>
        <pc:spChg chg="add mod">
          <ac:chgData name="Axel Aarón Luna Quiñones" userId="f4f85428-2a9c-4c44-8f0a-d30d89bf3c34" providerId="ADAL" clId="{2F0F7C47-2A1E-4C4E-A460-7AFE3060A7CC}" dt="2026-03-05T04:18:58.563" v="358" actId="1076"/>
          <ac:spMkLst>
            <pc:docMk/>
            <pc:sldMk cId="0" sldId="258"/>
            <ac:spMk id="25" creationId="{C175ABA5-46AF-9023-E3D7-D8E919649C87}"/>
          </ac:spMkLst>
        </pc:spChg>
        <pc:spChg chg="add del mod">
          <ac:chgData name="Axel Aarón Luna Quiñones" userId="f4f85428-2a9c-4c44-8f0a-d30d89bf3c34" providerId="ADAL" clId="{2F0F7C47-2A1E-4C4E-A460-7AFE3060A7CC}" dt="2026-03-05T04:22:21.654" v="374" actId="22"/>
          <ac:spMkLst>
            <pc:docMk/>
            <pc:sldMk cId="0" sldId="258"/>
            <ac:spMk id="27" creationId="{3F363F04-4644-CFBE-6585-947B6BF79DE1}"/>
          </ac:spMkLst>
        </pc:spChg>
        <pc:spChg chg="add del">
          <ac:chgData name="Axel Aarón Luna Quiñones" userId="f4f85428-2a9c-4c44-8f0a-d30d89bf3c34" providerId="ADAL" clId="{2F0F7C47-2A1E-4C4E-A460-7AFE3060A7CC}" dt="2026-03-05T04:39:21.417" v="544" actId="22"/>
          <ac:spMkLst>
            <pc:docMk/>
            <pc:sldMk cId="0" sldId="258"/>
            <ac:spMk id="29" creationId="{46E2F815-EA01-6FDF-06CA-B1624BB4B8AA}"/>
          </ac:spMkLst>
        </pc:spChg>
        <pc:graphicFrameChg chg="add del mod">
          <ac:chgData name="Axel Aarón Luna Quiñones" userId="f4f85428-2a9c-4c44-8f0a-d30d89bf3c34" providerId="ADAL" clId="{2F0F7C47-2A1E-4C4E-A460-7AFE3060A7CC}" dt="2026-03-05T04:13:41.448" v="218" actId="478"/>
          <ac:graphicFrameMkLst>
            <pc:docMk/>
            <pc:sldMk cId="0" sldId="258"/>
            <ac:graphicFrameMk id="19" creationId="{3ADC31B8-AB1C-A01C-D9F3-36C9A60FF018}"/>
          </ac:graphicFrameMkLst>
        </pc:graphicFrameChg>
        <pc:graphicFrameChg chg="add mod">
          <ac:chgData name="Axel Aarón Luna Quiñones" userId="f4f85428-2a9c-4c44-8f0a-d30d89bf3c34" providerId="ADAL" clId="{2F0F7C47-2A1E-4C4E-A460-7AFE3060A7CC}" dt="2026-03-05T04:13:48.989" v="220"/>
          <ac:graphicFrameMkLst>
            <pc:docMk/>
            <pc:sldMk cId="0" sldId="258"/>
            <ac:graphicFrameMk id="21" creationId="{1AD9961D-8A08-1FC7-4766-F41D1FE84EB9}"/>
          </ac:graphicFrameMkLst>
        </pc:graphicFrameChg>
        <pc:graphicFrameChg chg="add mod modGraphic">
          <ac:chgData name="Axel Aarón Luna Quiñones" userId="f4f85428-2a9c-4c44-8f0a-d30d89bf3c34" providerId="ADAL" clId="{2F0F7C47-2A1E-4C4E-A460-7AFE3060A7CC}" dt="2026-03-05T04:23:32.294" v="381" actId="1076"/>
          <ac:graphicFrameMkLst>
            <pc:docMk/>
            <pc:sldMk cId="0" sldId="258"/>
            <ac:graphicFrameMk id="23" creationId="{21D99784-B41C-291A-9D2F-8D455B8B9111}"/>
          </ac:graphicFrameMkLst>
        </pc:graphicFrameChg>
        <pc:picChg chg="del mod">
          <ac:chgData name="Axel Aarón Luna Quiñones" userId="f4f85428-2a9c-4c44-8f0a-d30d89bf3c34" providerId="ADAL" clId="{2F0F7C47-2A1E-4C4E-A460-7AFE3060A7CC}" dt="2026-03-05T04:18:55.851" v="357" actId="478"/>
          <ac:picMkLst>
            <pc:docMk/>
            <pc:sldMk cId="0" sldId="258"/>
            <ac:picMk id="2" creationId="{00000000-0000-0000-0000-000000000000}"/>
          </ac:picMkLst>
        </pc:picChg>
        <pc:picChg chg="del">
          <ac:chgData name="Axel Aarón Luna Quiñones" userId="f4f85428-2a9c-4c44-8f0a-d30d89bf3c34" providerId="ADAL" clId="{2F0F7C47-2A1E-4C4E-A460-7AFE3060A7CC}" dt="2026-03-05T04:13:45.991" v="219" actId="478"/>
          <ac:picMkLst>
            <pc:docMk/>
            <pc:sldMk cId="0" sldId="258"/>
            <ac:picMk id="4" creationId="{00000000-0000-0000-0000-000000000000}"/>
          </ac:picMkLst>
        </pc:picChg>
      </pc:sldChg>
      <pc:sldChg chg="addSp delSp modSp mod ord">
        <pc:chgData name="Axel Aarón Luna Quiñones" userId="f4f85428-2a9c-4c44-8f0a-d30d89bf3c34" providerId="ADAL" clId="{2F0F7C47-2A1E-4C4E-A460-7AFE3060A7CC}" dt="2026-03-06T23:40:12.167" v="1017" actId="20577"/>
        <pc:sldMkLst>
          <pc:docMk/>
          <pc:sldMk cId="0" sldId="259"/>
        </pc:sldMkLst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39:56.410" v="545" actId="478"/>
          <ac:spMkLst>
            <pc:docMk/>
            <pc:sldMk cId="0" sldId="259"/>
            <ac:spMk id="24" creationId="{00000000-0000-0000-0000-000000000000}"/>
          </ac:spMkLst>
        </pc:spChg>
        <pc:spChg chg="add mod">
          <ac:chgData name="Axel Aarón Luna Quiñones" userId="f4f85428-2a9c-4c44-8f0a-d30d89bf3c34" providerId="ADAL" clId="{2F0F7C47-2A1E-4C4E-A460-7AFE3060A7CC}" dt="2026-03-06T23:40:12.167" v="1017" actId="20577"/>
          <ac:spMkLst>
            <pc:docMk/>
            <pc:sldMk cId="0" sldId="259"/>
            <ac:spMk id="26" creationId="{E94E3821-05FE-6560-E66E-611EE736EDF0}"/>
          </ac:spMkLst>
        </pc:spChg>
        <pc:spChg chg="add del mod">
          <ac:chgData name="Axel Aarón Luna Quiñones" userId="f4f85428-2a9c-4c44-8f0a-d30d89bf3c34" providerId="ADAL" clId="{2F0F7C47-2A1E-4C4E-A460-7AFE3060A7CC}" dt="2026-03-05T04:41:41.148" v="566"/>
          <ac:spMkLst>
            <pc:docMk/>
            <pc:sldMk cId="0" sldId="259"/>
            <ac:spMk id="28" creationId="{D686D096-029D-899F-2138-7B3F2E16DCDF}"/>
          </ac:spMkLst>
        </pc:spChg>
        <pc:spChg chg="add mod">
          <ac:chgData name="Axel Aarón Luna Quiñones" userId="f4f85428-2a9c-4c44-8f0a-d30d89bf3c34" providerId="ADAL" clId="{2F0F7C47-2A1E-4C4E-A460-7AFE3060A7CC}" dt="2026-03-05T04:47:45.739" v="718" actId="1076"/>
          <ac:spMkLst>
            <pc:docMk/>
            <pc:sldMk cId="0" sldId="259"/>
            <ac:spMk id="30" creationId="{05C8A69F-CEEC-11AA-AC7C-3EA99AD540E9}"/>
          </ac:spMkLst>
        </pc:spChg>
        <pc:picChg chg="add mod">
          <ac:chgData name="Axel Aarón Luna Quiñones" userId="f4f85428-2a9c-4c44-8f0a-d30d89bf3c34" providerId="ADAL" clId="{2F0F7C47-2A1E-4C4E-A460-7AFE3060A7CC}" dt="2026-03-05T04:46:35.842" v="698" actId="14100"/>
          <ac:picMkLst>
            <pc:docMk/>
            <pc:sldMk cId="0" sldId="259"/>
            <ac:picMk id="4098" creationId="{085B7549-AC01-33C5-F542-5A6C02832128}"/>
          </ac:picMkLst>
        </pc:picChg>
      </pc:sldChg>
      <pc:sldChg chg="addSp delSp modSp mod ord">
        <pc:chgData name="Axel Aarón Luna Quiñones" userId="f4f85428-2a9c-4c44-8f0a-d30d89bf3c34" providerId="ADAL" clId="{2F0F7C47-2A1E-4C4E-A460-7AFE3060A7CC}" dt="2026-03-05T04:59:20.284" v="822"/>
        <pc:sldMkLst>
          <pc:docMk/>
          <pc:sldMk cId="0" sldId="260"/>
        </pc:sldMkLst>
        <pc:spChg chg="del mod">
          <ac:chgData name="Axel Aarón Luna Quiñones" userId="f4f85428-2a9c-4c44-8f0a-d30d89bf3c34" providerId="ADAL" clId="{2F0F7C47-2A1E-4C4E-A460-7AFE3060A7CC}" dt="2026-03-05T04:37:07.741" v="531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28:27.562" v="385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28:27.562" v="385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28:27.562" v="385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28:27.562" v="385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28:27.562" v="385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28:27.562" v="385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28:27.562" v="385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28:27.562" v="385" actId="478"/>
          <ac:spMkLst>
            <pc:docMk/>
            <pc:sldMk cId="0" sldId="260"/>
            <ac:spMk id="15" creationId="{00000000-0000-0000-0000-000000000000}"/>
          </ac:spMkLst>
        </pc:spChg>
        <pc:spChg chg="add del mod">
          <ac:chgData name="Axel Aarón Luna Quiñones" userId="f4f85428-2a9c-4c44-8f0a-d30d89bf3c34" providerId="ADAL" clId="{2F0F7C47-2A1E-4C4E-A460-7AFE3060A7CC}" dt="2026-03-05T04:30:23.115" v="402" actId="478"/>
          <ac:spMkLst>
            <pc:docMk/>
            <pc:sldMk cId="0" sldId="260"/>
            <ac:spMk id="17" creationId="{25E6759D-2114-085A-F004-CEEC8A52428F}"/>
          </ac:spMkLst>
        </pc:spChg>
        <pc:spChg chg="add mod">
          <ac:chgData name="Axel Aarón Luna Quiñones" userId="f4f85428-2a9c-4c44-8f0a-d30d89bf3c34" providerId="ADAL" clId="{2F0F7C47-2A1E-4C4E-A460-7AFE3060A7CC}" dt="2026-03-05T04:37:22.780" v="536" actId="1076"/>
          <ac:spMkLst>
            <pc:docMk/>
            <pc:sldMk cId="0" sldId="260"/>
            <ac:spMk id="19" creationId="{AA69AE86-7A7C-ADCA-8467-C2BAE8A51761}"/>
          </ac:spMkLst>
        </pc:spChg>
        <pc:spChg chg="add">
          <ac:chgData name="Axel Aarón Luna Quiñones" userId="f4f85428-2a9c-4c44-8f0a-d30d89bf3c34" providerId="ADAL" clId="{2F0F7C47-2A1E-4C4E-A460-7AFE3060A7CC}" dt="2026-03-05T04:33:37.386" v="509"/>
          <ac:spMkLst>
            <pc:docMk/>
            <pc:sldMk cId="0" sldId="260"/>
            <ac:spMk id="20" creationId="{E577165F-4C3A-8C33-AA6A-28728C5B7F85}"/>
          </ac:spMkLst>
        </pc:spChg>
        <pc:spChg chg="add">
          <ac:chgData name="Axel Aarón Luna Quiñones" userId="f4f85428-2a9c-4c44-8f0a-d30d89bf3c34" providerId="ADAL" clId="{2F0F7C47-2A1E-4C4E-A460-7AFE3060A7CC}" dt="2026-03-05T04:33:39.657" v="511"/>
          <ac:spMkLst>
            <pc:docMk/>
            <pc:sldMk cId="0" sldId="260"/>
            <ac:spMk id="21" creationId="{DEC44EFC-793E-5F32-C111-5C706015E12C}"/>
          </ac:spMkLst>
        </pc:spChg>
        <pc:spChg chg="add mod">
          <ac:chgData name="Axel Aarón Luna Quiñones" userId="f4f85428-2a9c-4c44-8f0a-d30d89bf3c34" providerId="ADAL" clId="{2F0F7C47-2A1E-4C4E-A460-7AFE3060A7CC}" dt="2026-03-05T04:37:16.936" v="534" actId="1076"/>
          <ac:spMkLst>
            <pc:docMk/>
            <pc:sldMk cId="0" sldId="260"/>
            <ac:spMk id="22" creationId="{57B4D474-4714-172A-E16F-B087A3148A21}"/>
          </ac:spMkLst>
        </pc:spChg>
        <pc:spChg chg="add mod">
          <ac:chgData name="Axel Aarón Luna Quiñones" userId="f4f85428-2a9c-4c44-8f0a-d30d89bf3c34" providerId="ADAL" clId="{2F0F7C47-2A1E-4C4E-A460-7AFE3060A7CC}" dt="2026-03-05T04:38:28.290" v="542" actId="20577"/>
          <ac:spMkLst>
            <pc:docMk/>
            <pc:sldMk cId="0" sldId="260"/>
            <ac:spMk id="24" creationId="{A599F744-5506-CC72-F65A-F486DC88F9E4}"/>
          </ac:spMkLst>
        </pc:spChg>
        <pc:picChg chg="del mod">
          <ac:chgData name="Axel Aarón Luna Quiñones" userId="f4f85428-2a9c-4c44-8f0a-d30d89bf3c34" providerId="ADAL" clId="{2F0F7C47-2A1E-4C4E-A460-7AFE3060A7CC}" dt="2026-03-05T04:29:19.418" v="393" actId="478"/>
          <ac:picMkLst>
            <pc:docMk/>
            <pc:sldMk cId="0" sldId="260"/>
            <ac:picMk id="4" creationId="{00000000-0000-0000-0000-000000000000}"/>
          </ac:picMkLst>
        </pc:picChg>
        <pc:picChg chg="del">
          <ac:chgData name="Axel Aarón Luna Quiñones" userId="f4f85428-2a9c-4c44-8f0a-d30d89bf3c34" providerId="ADAL" clId="{2F0F7C47-2A1E-4C4E-A460-7AFE3060A7CC}" dt="2026-03-05T04:28:27.562" v="385" actId="478"/>
          <ac:picMkLst>
            <pc:docMk/>
            <pc:sldMk cId="0" sldId="260"/>
            <ac:picMk id="7" creationId="{00000000-0000-0000-0000-000000000000}"/>
          </ac:picMkLst>
        </pc:picChg>
        <pc:picChg chg="del">
          <ac:chgData name="Axel Aarón Luna Quiñones" userId="f4f85428-2a9c-4c44-8f0a-d30d89bf3c34" providerId="ADAL" clId="{2F0F7C47-2A1E-4C4E-A460-7AFE3060A7CC}" dt="2026-03-05T04:28:27.562" v="385" actId="478"/>
          <ac:picMkLst>
            <pc:docMk/>
            <pc:sldMk cId="0" sldId="260"/>
            <ac:picMk id="10" creationId="{00000000-0000-0000-0000-000000000000}"/>
          </ac:picMkLst>
        </pc:picChg>
        <pc:picChg chg="add del mod">
          <ac:chgData name="Axel Aarón Luna Quiñones" userId="f4f85428-2a9c-4c44-8f0a-d30d89bf3c34" providerId="ADAL" clId="{2F0F7C47-2A1E-4C4E-A460-7AFE3060A7CC}" dt="2026-03-05T04:29:19.418" v="393" actId="478"/>
          <ac:picMkLst>
            <pc:docMk/>
            <pc:sldMk cId="0" sldId="260"/>
            <ac:picMk id="3074" creationId="{BFF73547-3E66-2844-EF67-D3A95155A3A4}"/>
          </ac:picMkLst>
        </pc:picChg>
        <pc:picChg chg="add mod">
          <ac:chgData name="Axel Aarón Luna Quiñones" userId="f4f85428-2a9c-4c44-8f0a-d30d89bf3c34" providerId="ADAL" clId="{2F0F7C47-2A1E-4C4E-A460-7AFE3060A7CC}" dt="2026-03-05T04:29:31.867" v="396" actId="14100"/>
          <ac:picMkLst>
            <pc:docMk/>
            <pc:sldMk cId="0" sldId="260"/>
            <ac:picMk id="3076" creationId="{62C46ED5-70C2-7BB6-ACB8-A3B8E35B5B51}"/>
          </ac:picMkLst>
        </pc:picChg>
      </pc:sldChg>
      <pc:sldChg chg="addSp delSp modSp mod ord">
        <pc:chgData name="Axel Aarón Luna Quiñones" userId="f4f85428-2a9c-4c44-8f0a-d30d89bf3c34" providerId="ADAL" clId="{2F0F7C47-2A1E-4C4E-A460-7AFE3060A7CC}" dt="2026-03-05T05:07:49.790" v="926" actId="14100"/>
        <pc:sldMkLst>
          <pc:docMk/>
          <pc:sldMk cId="0" sldId="261"/>
        </pc:sldMkLst>
        <pc:spChg chg="mod">
          <ac:chgData name="Axel Aarón Luna Quiñones" userId="f4f85428-2a9c-4c44-8f0a-d30d89bf3c34" providerId="ADAL" clId="{2F0F7C47-2A1E-4C4E-A460-7AFE3060A7CC}" dt="2026-03-05T04:57:55.915" v="808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06:07.073" v="894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07:49.790" v="926" actId="14100"/>
          <ac:spMkLst>
            <pc:docMk/>
            <pc:sldMk cId="0" sldId="261"/>
            <ac:spMk id="6" creationId="{00000000-0000-0000-0000-000000000000}"/>
          </ac:spMkLst>
        </pc:spChg>
        <pc:spChg chg="add del mod">
          <ac:chgData name="Axel Aarón Luna Quiñones" userId="f4f85428-2a9c-4c44-8f0a-d30d89bf3c34" providerId="ADAL" clId="{2F0F7C47-2A1E-4C4E-A460-7AFE3060A7CC}" dt="2026-03-05T05:07:08.104" v="912" actId="478"/>
          <ac:spMkLst>
            <pc:docMk/>
            <pc:sldMk cId="0" sldId="261"/>
            <ac:spMk id="7" creationId="{00000000-0000-0000-0000-000000000000}"/>
          </ac:spMkLst>
        </pc:spChg>
        <pc:spChg chg="add del mod">
          <ac:chgData name="Axel Aarón Luna Quiñones" userId="f4f85428-2a9c-4c44-8f0a-d30d89bf3c34" providerId="ADAL" clId="{2F0F7C47-2A1E-4C4E-A460-7AFE3060A7CC}" dt="2026-03-05T05:06:56.878" v="908" actId="21"/>
          <ac:spMkLst>
            <pc:docMk/>
            <pc:sldMk cId="0" sldId="261"/>
            <ac:spMk id="9" creationId="{00000000-0000-0000-0000-000000000000}"/>
          </ac:spMkLst>
        </pc:spChg>
        <pc:picChg chg="del">
          <ac:chgData name="Axel Aarón Luna Quiñones" userId="f4f85428-2a9c-4c44-8f0a-d30d89bf3c34" providerId="ADAL" clId="{2F0F7C47-2A1E-4C4E-A460-7AFE3060A7CC}" dt="2026-03-05T04:57:33.435" v="801" actId="478"/>
          <ac:picMkLst>
            <pc:docMk/>
            <pc:sldMk cId="0" sldId="261"/>
            <ac:picMk id="4" creationId="{00000000-0000-0000-0000-000000000000}"/>
          </ac:picMkLst>
        </pc:picChg>
        <pc:picChg chg="add del mod">
          <ac:chgData name="Axel Aarón Luna Quiñones" userId="f4f85428-2a9c-4c44-8f0a-d30d89bf3c34" providerId="ADAL" clId="{2F0F7C47-2A1E-4C4E-A460-7AFE3060A7CC}" dt="2026-03-05T05:07:08.819" v="913" actId="478"/>
          <ac:picMkLst>
            <pc:docMk/>
            <pc:sldMk cId="0" sldId="261"/>
            <ac:picMk id="8" creationId="{00000000-0000-0000-0000-000000000000}"/>
          </ac:picMkLst>
        </pc:picChg>
        <pc:picChg chg="add mod">
          <ac:chgData name="Axel Aarón Luna Quiñones" userId="f4f85428-2a9c-4c44-8f0a-d30d89bf3c34" providerId="ADAL" clId="{2F0F7C47-2A1E-4C4E-A460-7AFE3060A7CC}" dt="2026-03-05T05:07:20.214" v="918" actId="14100"/>
          <ac:picMkLst>
            <pc:docMk/>
            <pc:sldMk cId="0" sldId="261"/>
            <ac:picMk id="5122" creationId="{B3C09ED5-E514-4C85-76DC-887725A1EEE3}"/>
          </ac:picMkLst>
        </pc:picChg>
        <pc:picChg chg="add del mod">
          <ac:chgData name="Axel Aarón Luna Quiñones" userId="f4f85428-2a9c-4c44-8f0a-d30d89bf3c34" providerId="ADAL" clId="{2F0F7C47-2A1E-4C4E-A460-7AFE3060A7CC}" dt="2026-03-05T04:58:44.570" v="813" actId="478"/>
          <ac:picMkLst>
            <pc:docMk/>
            <pc:sldMk cId="0" sldId="261"/>
            <ac:picMk id="5124" creationId="{C1BBF197-7DF0-E2E8-AC6F-5AEBFAA75FF0}"/>
          </ac:picMkLst>
        </pc:picChg>
        <pc:picChg chg="add mod">
          <ac:chgData name="Axel Aarón Luna Quiñones" userId="f4f85428-2a9c-4c44-8f0a-d30d89bf3c34" providerId="ADAL" clId="{2F0F7C47-2A1E-4C4E-A460-7AFE3060A7CC}" dt="2026-03-05T05:07:40.877" v="924" actId="14100"/>
          <ac:picMkLst>
            <pc:docMk/>
            <pc:sldMk cId="0" sldId="261"/>
            <ac:picMk id="5126" creationId="{5046E554-5AAB-5FFB-E38D-101B39CDB5FC}"/>
          </ac:picMkLst>
        </pc:picChg>
        <pc:picChg chg="add mod">
          <ac:chgData name="Axel Aarón Luna Quiñones" userId="f4f85428-2a9c-4c44-8f0a-d30d89bf3c34" providerId="ADAL" clId="{2F0F7C47-2A1E-4C4E-A460-7AFE3060A7CC}" dt="2026-03-05T05:07:39.641" v="923" actId="14100"/>
          <ac:picMkLst>
            <pc:docMk/>
            <pc:sldMk cId="0" sldId="261"/>
            <ac:picMk id="5128" creationId="{283057AB-43B0-E9A0-029C-68A3CFB42C70}"/>
          </ac:picMkLst>
        </pc:picChg>
      </pc:sldChg>
      <pc:sldChg chg="addSp delSp modSp mod">
        <pc:chgData name="Axel Aarón Luna Quiñones" userId="f4f85428-2a9c-4c44-8f0a-d30d89bf3c34" providerId="ADAL" clId="{2F0F7C47-2A1E-4C4E-A460-7AFE3060A7CC}" dt="2026-03-05T05:05:42.840" v="893" actId="1076"/>
        <pc:sldMkLst>
          <pc:docMk/>
          <pc:sldMk cId="0" sldId="262"/>
        </pc:sldMkLst>
        <pc:spChg chg="del">
          <ac:chgData name="Axel Aarón Luna Quiñones" userId="f4f85428-2a9c-4c44-8f0a-d30d89bf3c34" providerId="ADAL" clId="{2F0F7C47-2A1E-4C4E-A460-7AFE3060A7CC}" dt="2026-03-05T04:59:32.155" v="823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59:32.155" v="823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59:32.155" v="823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59:32.155" v="823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59:32.155" v="823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59:32.155" v="823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59:32.155" v="823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Axel Aarón Luna Quiñones" userId="f4f85428-2a9c-4c44-8f0a-d30d89bf3c34" providerId="ADAL" clId="{2F0F7C47-2A1E-4C4E-A460-7AFE3060A7CC}" dt="2026-03-05T04:59:32.155" v="823" actId="478"/>
          <ac:spMkLst>
            <pc:docMk/>
            <pc:sldMk cId="0" sldId="262"/>
            <ac:spMk id="10" creationId="{00000000-0000-0000-0000-000000000000}"/>
          </ac:spMkLst>
        </pc:spChg>
        <pc:spChg chg="add mod">
          <ac:chgData name="Axel Aarón Luna Quiñones" userId="f4f85428-2a9c-4c44-8f0a-d30d89bf3c34" providerId="ADAL" clId="{2F0F7C47-2A1E-4C4E-A460-7AFE3060A7CC}" dt="2026-03-05T05:02:34.835" v="858" actId="1076"/>
          <ac:spMkLst>
            <pc:docMk/>
            <pc:sldMk cId="0" sldId="262"/>
            <ac:spMk id="12" creationId="{7E6D3130-F981-5841-DAC2-D033157391D1}"/>
          </ac:spMkLst>
        </pc:spChg>
        <pc:spChg chg="add mod">
          <ac:chgData name="Axel Aarón Luna Quiñones" userId="f4f85428-2a9c-4c44-8f0a-d30d89bf3c34" providerId="ADAL" clId="{2F0F7C47-2A1E-4C4E-A460-7AFE3060A7CC}" dt="2026-03-05T05:05:42.840" v="893" actId="1076"/>
          <ac:spMkLst>
            <pc:docMk/>
            <pc:sldMk cId="0" sldId="262"/>
            <ac:spMk id="14" creationId="{E8459676-DB95-3A2E-FBFE-88CB0E8F4330}"/>
          </ac:spMkLst>
        </pc:spChg>
        <pc:graphicFrameChg chg="add mod modGraphic">
          <ac:chgData name="Axel Aarón Luna Quiñones" userId="f4f85428-2a9c-4c44-8f0a-d30d89bf3c34" providerId="ADAL" clId="{2F0F7C47-2A1E-4C4E-A460-7AFE3060A7CC}" dt="2026-03-05T05:05:40.426" v="892" actId="1076"/>
          <ac:graphicFrameMkLst>
            <pc:docMk/>
            <pc:sldMk cId="0" sldId="262"/>
            <ac:graphicFrameMk id="13" creationId="{DBEFDC53-DDE4-B630-A902-E19051B82BB1}"/>
          </ac:graphicFrameMkLst>
        </pc:graphicFrameChg>
        <pc:picChg chg="del">
          <ac:chgData name="Axel Aarón Luna Quiñones" userId="f4f85428-2a9c-4c44-8f0a-d30d89bf3c34" providerId="ADAL" clId="{2F0F7C47-2A1E-4C4E-A460-7AFE3060A7CC}" dt="2026-03-05T04:59:32.155" v="823" actId="478"/>
          <ac:picMkLst>
            <pc:docMk/>
            <pc:sldMk cId="0" sldId="262"/>
            <ac:picMk id="2" creationId="{00000000-0000-0000-0000-000000000000}"/>
          </ac:picMkLst>
        </pc:picChg>
        <pc:picChg chg="add mod">
          <ac:chgData name="Axel Aarón Luna Quiñones" userId="f4f85428-2a9c-4c44-8f0a-d30d89bf3c34" providerId="ADAL" clId="{2F0F7C47-2A1E-4C4E-A460-7AFE3060A7CC}" dt="2026-03-05T05:03:44.127" v="860" actId="1076"/>
          <ac:picMkLst>
            <pc:docMk/>
            <pc:sldMk cId="0" sldId="262"/>
            <ac:picMk id="6146" creationId="{63A587F4-D2B6-686C-3591-8B5ED1839490}"/>
          </ac:picMkLst>
        </pc:picChg>
      </pc:sldChg>
      <pc:sldChg chg="addSp delSp modSp mod">
        <pc:chgData name="Axel Aarón Luna Quiñones" userId="f4f85428-2a9c-4c44-8f0a-d30d89bf3c34" providerId="ADAL" clId="{2F0F7C47-2A1E-4C4E-A460-7AFE3060A7CC}" dt="2026-03-05T05:15:09.787" v="1014" actId="14100"/>
        <pc:sldMkLst>
          <pc:docMk/>
          <pc:sldMk cId="0" sldId="263"/>
        </pc:sldMkLst>
        <pc:spChg chg="del">
          <ac:chgData name="Axel Aarón Luna Quiñones" userId="f4f85428-2a9c-4c44-8f0a-d30d89bf3c34" providerId="ADAL" clId="{2F0F7C47-2A1E-4C4E-A460-7AFE3060A7CC}" dt="2026-03-05T05:11:32.859" v="951" actId="478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Axel Aarón Luna Quiñones" userId="f4f85428-2a9c-4c44-8f0a-d30d89bf3c34" providerId="ADAL" clId="{2F0F7C47-2A1E-4C4E-A460-7AFE3060A7CC}" dt="2026-03-05T05:14:01.711" v="988" actId="21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Axel Aarón Luna Quiñones" userId="f4f85428-2a9c-4c44-8f0a-d30d89bf3c34" providerId="ADAL" clId="{2F0F7C47-2A1E-4C4E-A460-7AFE3060A7CC}" dt="2026-03-05T05:14:34.603" v="1004" actId="21"/>
          <ac:spMkLst>
            <pc:docMk/>
            <pc:sldMk cId="0" sldId="263"/>
            <ac:spMk id="7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13:43.623" v="977" actId="21"/>
          <ac:spMkLst>
            <pc:docMk/>
            <pc:sldMk cId="0" sldId="263"/>
            <ac:spMk id="8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12:22.537" v="961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13:19.264" v="974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13:48.310" v="979" actId="2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12:22.537" v="961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14:58.781" v="1011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15:09.787" v="1014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xel Aarón Luna Quiñones" userId="f4f85428-2a9c-4c44-8f0a-d30d89bf3c34" providerId="ADAL" clId="{2F0F7C47-2A1E-4C4E-A460-7AFE3060A7CC}" dt="2026-03-05T05:10:55.303" v="949"/>
          <ac:spMkLst>
            <pc:docMk/>
            <pc:sldMk cId="0" sldId="263"/>
            <ac:spMk id="15" creationId="{00000000-0000-0000-0000-000000000000}"/>
          </ac:spMkLst>
        </pc:spChg>
        <pc:spChg chg="add mod">
          <ac:chgData name="Axel Aarón Luna Quiñones" userId="f4f85428-2a9c-4c44-8f0a-d30d89bf3c34" providerId="ADAL" clId="{2F0F7C47-2A1E-4C4E-A460-7AFE3060A7CC}" dt="2026-03-05T05:14:44.666" v="1009" actId="14100"/>
          <ac:spMkLst>
            <pc:docMk/>
            <pc:sldMk cId="0" sldId="263"/>
            <ac:spMk id="16" creationId="{00000000-0000-0000-0000-000000000000}"/>
          </ac:spMkLst>
        </pc:spChg>
        <pc:spChg chg="add mod">
          <ac:chgData name="Axel Aarón Luna Quiñones" userId="f4f85428-2a9c-4c44-8f0a-d30d89bf3c34" providerId="ADAL" clId="{2F0F7C47-2A1E-4C4E-A460-7AFE3060A7CC}" dt="2026-03-05T05:14:41.489" v="1008" actId="14100"/>
          <ac:spMkLst>
            <pc:docMk/>
            <pc:sldMk cId="0" sldId="263"/>
            <ac:spMk id="17" creationId="{00000000-0000-0000-0000-000000000000}"/>
          </ac:spMkLst>
        </pc:spChg>
        <pc:picChg chg="del">
          <ac:chgData name="Axel Aarón Luna Quiñones" userId="f4f85428-2a9c-4c44-8f0a-d30d89bf3c34" providerId="ADAL" clId="{2F0F7C47-2A1E-4C4E-A460-7AFE3060A7CC}" dt="2026-03-05T05:11:37.081" v="952" actId="478"/>
          <ac:picMkLst>
            <pc:docMk/>
            <pc:sldMk cId="0" sldId="263"/>
            <ac:picMk id="2" creationId="{00000000-0000-0000-0000-000000000000}"/>
          </ac:picMkLst>
        </pc:picChg>
        <pc:picChg chg="del">
          <ac:chgData name="Axel Aarón Luna Quiñones" userId="f4f85428-2a9c-4c44-8f0a-d30d89bf3c34" providerId="ADAL" clId="{2F0F7C47-2A1E-4C4E-A460-7AFE3060A7CC}" dt="2026-03-05T05:11:31.255" v="950" actId="478"/>
          <ac:picMkLst>
            <pc:docMk/>
            <pc:sldMk cId="0" sldId="263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27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821933" y="1510302"/>
            <a:ext cx="12678309" cy="3780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endParaRPr lang="en-US" sz="4800" dirty="0">
              <a:solidFill>
                <a:srgbClr val="124E7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>
              <a:lnSpc>
                <a:spcPts val="5550"/>
              </a:lnSpc>
            </a:pPr>
            <a:r>
              <a:rPr lang="en-US" sz="600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Modelo GLM Gamma con Link Log </a:t>
            </a:r>
            <a:r>
              <a:rPr lang="en-US" sz="6000" dirty="0" err="1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aplicado</a:t>
            </a:r>
            <a:r>
              <a:rPr lang="en-US" sz="600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a CLTV</a:t>
            </a:r>
            <a:endParaRPr lang="en-US" sz="6000" dirty="0"/>
          </a:p>
          <a:p>
            <a:pPr>
              <a:lnSpc>
                <a:spcPts val="5550"/>
              </a:lnSpc>
            </a:pPr>
            <a:endParaRPr lang="es-MX" sz="3200" dirty="0"/>
          </a:p>
        </p:txBody>
      </p:sp>
      <p:sp>
        <p:nvSpPr>
          <p:cNvPr id="6" name="Text 2"/>
          <p:cNvSpPr/>
          <p:nvPr/>
        </p:nvSpPr>
        <p:spPr>
          <a:xfrm>
            <a:off x="821933" y="5501461"/>
            <a:ext cx="7556421" cy="1454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s-MX" dirty="0"/>
              <a:t>Caso de Uso | Ajuste de CLTV incorporando padecimientos Candidatura a posición de Data </a:t>
            </a:r>
            <a:r>
              <a:rPr lang="es-MX" dirty="0" err="1"/>
              <a:t>Scientist</a:t>
            </a:r>
            <a:r>
              <a:rPr lang="es-MX" dirty="0"/>
              <a:t> Senior | Grupo Diagnóstico PROA. </a:t>
            </a:r>
            <a:endParaRPr lang="en-US" dirty="0">
              <a:solidFill>
                <a:srgbClr val="124E73"/>
              </a:solidFill>
              <a:latin typeface="Nanum Gothic" pitchFamily="34" charset="0"/>
              <a:ea typeface="Nanum Gothic" pitchFamily="34" charset="-122"/>
              <a:cs typeface="Nanum Gothic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</a:rPr>
              <a:t>Axel Aarón Luna Quiñones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2B4150"/>
              </a:solidFill>
              <a:latin typeface="Source Sans 3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CDE4B0C-7660-C1D8-78A3-4722715A06CF}"/>
              </a:ext>
            </a:extLst>
          </p:cNvPr>
          <p:cNvSpPr txBox="1"/>
          <p:nvPr/>
        </p:nvSpPr>
        <p:spPr>
          <a:xfrm>
            <a:off x="359595" y="319372"/>
            <a:ext cx="12308190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Análisis exploratorio</a:t>
            </a:r>
          </a:p>
          <a:p>
            <a:endParaRPr lang="es-MX" b="1" dirty="0"/>
          </a:p>
          <a:p>
            <a:r>
              <a:rPr lang="es-MX" b="1" dirty="0"/>
              <a:t>Población y cobertura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20,761 registros activos tras limpieza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Se eliminaron registros con género NO IDENTIFICADO por separación perfecta en el modelo</a:t>
            </a:r>
          </a:p>
          <a:p>
            <a:r>
              <a:rPr lang="es-MX" b="1" dirty="0"/>
              <a:t>Distribución del CLTV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Variable respuesta con sesgo extremo a la derecha — rango de $0.02 a $527,167 MXN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El 50% de pacientes tiene CLTV menor a $2,219 MXN</a:t>
            </a:r>
          </a:p>
          <a:p>
            <a:r>
              <a:rPr lang="es-MX" b="1" dirty="0"/>
              <a:t>Hallazgos críticos en variables RFM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87.4% de pacientes tienen frecuencia = 0</a:t>
            </a:r>
            <a:r>
              <a:rPr lang="es-MX" dirty="0"/>
              <a:t> — una sola visita registrada.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El CLTV de este grupo se sustenta casi enteramente en la probabilidad de reactivación del BG/NBD, no en historial de recompra.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permanencia presenta distribución bimodal: 75% de pacientes con menos de 23 días vs 25% con más de 1,000 días — dos poblaciones estructuralmente distintas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Creamos otra variable categórica para la permanencia tomando esto en cuenta.</a:t>
            </a:r>
          </a:p>
          <a:p>
            <a:r>
              <a:rPr lang="es-MX" b="1" dirty="0"/>
              <a:t>Calidad de variables derivadas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nivel_frecuencia</a:t>
            </a:r>
            <a:r>
              <a:rPr lang="es-MX" dirty="0"/>
              <a:t> del pipeline original clasifica al </a:t>
            </a:r>
            <a:r>
              <a:rPr lang="es-MX" b="1" dirty="0"/>
              <a:t>100% de pacientes como "Bajo"</a:t>
            </a:r>
            <a:r>
              <a:rPr lang="es-MX" dirty="0"/>
              <a:t> — variable sin variabilidad, inutilizable directamente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Se construyó nivel_frecuencia_v2 con cortes basados en la distribución real: Sin recompra / Baja / Media</a:t>
            </a:r>
          </a:p>
          <a:p>
            <a:r>
              <a:rPr lang="es-MX" b="1" dirty="0"/>
              <a:t>Padecimientos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DM2: 4.1% de la población (~852 pacientes) — suficiente para estimar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Cáncer de mama: </a:t>
            </a:r>
            <a:r>
              <a:rPr lang="es-MX" b="1" dirty="0"/>
              <a:t>n=4</a:t>
            </a:r>
            <a:r>
              <a:rPr lang="es-MX" dirty="0"/>
              <a:t> — insuficiente estadísticamente, excluido del modelo con documentación explícita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41.6% de segmento etario sin asignar — tratado como categoría propia</a:t>
            </a:r>
          </a:p>
          <a:p>
            <a:r>
              <a:rPr lang="es-MX" b="1" dirty="0"/>
              <a:t>Riesgos de circularidad identificados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8 variables excluidas por ser outputs directos del BG/NBD o derivadas algebraicas del CLTV: </a:t>
            </a:r>
            <a:r>
              <a:rPr lang="es-MX" dirty="0" err="1"/>
              <a:t>compras_estimadas</a:t>
            </a:r>
            <a:r>
              <a:rPr lang="es-MX" dirty="0"/>
              <a:t>, cltv_1mes, </a:t>
            </a:r>
            <a:r>
              <a:rPr lang="es-MX" dirty="0" err="1"/>
              <a:t>monto_estimado</a:t>
            </a:r>
            <a:r>
              <a:rPr lang="es-MX" dirty="0"/>
              <a:t>, </a:t>
            </a:r>
            <a:r>
              <a:rPr lang="es-MX" dirty="0" err="1"/>
              <a:t>tiempo_vida</a:t>
            </a:r>
            <a:r>
              <a:rPr lang="es-MX" dirty="0"/>
              <a:t>, </a:t>
            </a:r>
            <a:r>
              <a:rPr lang="es-MX" dirty="0" err="1"/>
              <a:t>ticket_promedio</a:t>
            </a:r>
            <a:r>
              <a:rPr lang="es-MX" dirty="0"/>
              <a:t>, </a:t>
            </a:r>
            <a:r>
              <a:rPr lang="es-MX" dirty="0" err="1"/>
              <a:t>valor_anual_promedio</a:t>
            </a:r>
            <a:r>
              <a:rPr lang="es-MX" dirty="0"/>
              <a:t>, </a:t>
            </a:r>
            <a:r>
              <a:rPr lang="es-MX" dirty="0" err="1"/>
              <a:t>nivel_cltv</a:t>
            </a:r>
            <a:r>
              <a:rPr lang="es-MX" dirty="0"/>
              <a:t>, </a:t>
            </a:r>
            <a:r>
              <a:rPr lang="es-MX" dirty="0" err="1"/>
              <a:t>tiempo_vida_promedio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/>
              <a:t>porc_laboratorio</a:t>
            </a:r>
            <a:r>
              <a:rPr lang="es-MX" dirty="0"/>
              <a:t> y </a:t>
            </a:r>
            <a:r>
              <a:rPr lang="es-MX" dirty="0" err="1"/>
              <a:t>porc_gabinete</a:t>
            </a:r>
            <a:r>
              <a:rPr lang="es-MX" dirty="0"/>
              <a:t> excluidas del modelo principal, reservadas para análisis secundario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4"/>
          <p:cNvSpPr/>
          <p:nvPr/>
        </p:nvSpPr>
        <p:spPr>
          <a:xfrm>
            <a:off x="2589742" y="2196540"/>
            <a:ext cx="7556421" cy="160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MX" sz="2000" b="1" dirty="0"/>
              <a:t>El enfoque actual (</a:t>
            </a:r>
            <a:r>
              <a:rPr lang="es-MX" sz="2000" b="1" dirty="0" err="1"/>
              <a:t>baseline</a:t>
            </a:r>
            <a:r>
              <a:rPr lang="es-MX" sz="20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El pipeline actual reporta CLTV por padecimiento como simple promedio por cohorte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DM2: $16,087 MXN promedio vs Sin DM2: $6,169 MXN promedio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000" dirty="0"/>
              <a:t>Conclusión del </a:t>
            </a:r>
            <a:r>
              <a:rPr lang="es-MX" sz="2000" dirty="0" err="1"/>
              <a:t>baseline</a:t>
            </a:r>
            <a:r>
              <a:rPr lang="es-MX" sz="2000" dirty="0"/>
              <a:t>: pacientes con DM2 valen 2.6x más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1D99784-B41C-291A-9D2F-8D455B8B9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498972"/>
              </p:ext>
            </p:extLst>
          </p:nvPr>
        </p:nvGraphicFramePr>
        <p:xfrm>
          <a:off x="2589742" y="4242755"/>
          <a:ext cx="8071947" cy="18288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690649">
                  <a:extLst>
                    <a:ext uri="{9D8B030D-6E8A-4147-A177-3AD203B41FA5}">
                      <a16:colId xmlns:a16="http://schemas.microsoft.com/office/drawing/2014/main" val="2684740224"/>
                    </a:ext>
                  </a:extLst>
                </a:gridCol>
                <a:gridCol w="2690649">
                  <a:extLst>
                    <a:ext uri="{9D8B030D-6E8A-4147-A177-3AD203B41FA5}">
                      <a16:colId xmlns:a16="http://schemas.microsoft.com/office/drawing/2014/main" val="1792854974"/>
                    </a:ext>
                  </a:extLst>
                </a:gridCol>
                <a:gridCol w="2690649">
                  <a:extLst>
                    <a:ext uri="{9D8B030D-6E8A-4147-A177-3AD203B41FA5}">
                      <a16:colId xmlns:a16="http://schemas.microsoft.com/office/drawing/2014/main" val="3565736689"/>
                    </a:ext>
                  </a:extLst>
                </a:gridCol>
              </a:tblGrid>
              <a:tr h="2674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effectLst/>
                        </a:rPr>
                        <a:t>Parámetro</a:t>
                      </a:r>
                    </a:p>
                  </a:txBody>
                  <a:tcPr marT="15240" marB="15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>
                          <a:effectLst/>
                        </a:rPr>
                        <a:t>Sin DM2</a:t>
                      </a:r>
                    </a:p>
                  </a:txBody>
                  <a:tcPr marT="15240" marB="152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>
                          <a:effectLst/>
                        </a:rPr>
                        <a:t>Con DM2</a:t>
                      </a:r>
                    </a:p>
                  </a:txBody>
                  <a:tcPr marT="15240" marB="15240" anchor="ctr"/>
                </a:tc>
                <a:extLst>
                  <a:ext uri="{0D108BD9-81ED-4DB2-BD59-A6C34878D82A}">
                    <a16:rowId xmlns:a16="http://schemas.microsoft.com/office/drawing/2014/main" val="3431975043"/>
                  </a:ext>
                </a:extLst>
              </a:tr>
              <a:tr h="26744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MX" b="1" dirty="0">
                          <a:effectLst/>
                        </a:rPr>
                        <a:t>Media de CLTV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>
                          <a:effectLst/>
                        </a:rPr>
                        <a:t>6169.19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 dirty="0">
                          <a:effectLst/>
                        </a:rPr>
                        <a:t>16086.83</a:t>
                      </a:r>
                    </a:p>
                  </a:txBody>
                  <a:tcPr marT="15240" marB="15240"/>
                </a:tc>
                <a:extLst>
                  <a:ext uri="{0D108BD9-81ED-4DB2-BD59-A6C34878D82A}">
                    <a16:rowId xmlns:a16="http://schemas.microsoft.com/office/drawing/2014/main" val="4193046725"/>
                  </a:ext>
                </a:extLst>
              </a:tr>
              <a:tr h="26744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MX" b="1" dirty="0">
                          <a:effectLst/>
                        </a:rPr>
                        <a:t>Mediana de CLTV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>
                          <a:effectLst/>
                        </a:rPr>
                        <a:t>2177.94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>
                          <a:effectLst/>
                        </a:rPr>
                        <a:t>2860.52</a:t>
                      </a:r>
                    </a:p>
                  </a:txBody>
                  <a:tcPr marT="15240" marB="15240"/>
                </a:tc>
                <a:extLst>
                  <a:ext uri="{0D108BD9-81ED-4DB2-BD59-A6C34878D82A}">
                    <a16:rowId xmlns:a16="http://schemas.microsoft.com/office/drawing/2014/main" val="935338179"/>
                  </a:ext>
                </a:extLst>
              </a:tr>
              <a:tr h="26744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MX" b="1" dirty="0">
                          <a:effectLst/>
                        </a:rPr>
                        <a:t>Registros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 dirty="0">
                          <a:effectLst/>
                        </a:rPr>
                        <a:t>19909.0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 dirty="0">
                          <a:effectLst/>
                        </a:rPr>
                        <a:t>852.0</a:t>
                      </a:r>
                    </a:p>
                  </a:txBody>
                  <a:tcPr marT="15240" marB="15240"/>
                </a:tc>
                <a:extLst>
                  <a:ext uri="{0D108BD9-81ED-4DB2-BD59-A6C34878D82A}">
                    <a16:rowId xmlns:a16="http://schemas.microsoft.com/office/drawing/2014/main" val="1589701320"/>
                  </a:ext>
                </a:extLst>
              </a:tr>
              <a:tr h="26744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MX" b="1" dirty="0">
                          <a:effectLst/>
                        </a:rPr>
                        <a:t>Monto medio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>
                          <a:effectLst/>
                        </a:rPr>
                        <a:t>158.35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>
                          <a:effectLst/>
                        </a:rPr>
                        <a:t>291.59</a:t>
                      </a:r>
                    </a:p>
                  </a:txBody>
                  <a:tcPr marT="15240" marB="15240"/>
                </a:tc>
                <a:extLst>
                  <a:ext uri="{0D108BD9-81ED-4DB2-BD59-A6C34878D82A}">
                    <a16:rowId xmlns:a16="http://schemas.microsoft.com/office/drawing/2014/main" val="349424043"/>
                  </a:ext>
                </a:extLst>
              </a:tr>
              <a:tr h="26744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s-MX" b="1" dirty="0">
                          <a:effectLst/>
                        </a:rPr>
                        <a:t>Frecuencia media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>
                          <a:effectLst/>
                        </a:rPr>
                        <a:t>0.44</a:t>
                      </a:r>
                    </a:p>
                  </a:txBody>
                  <a:tcPr marT="15240" marB="15240"/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s-MX" dirty="0">
                          <a:effectLst/>
                        </a:rPr>
                        <a:t>2.47</a:t>
                      </a:r>
                    </a:p>
                  </a:txBody>
                  <a:tcPr marT="15240" marB="15240"/>
                </a:tc>
                <a:extLst>
                  <a:ext uri="{0D108BD9-81ED-4DB2-BD59-A6C34878D82A}">
                    <a16:rowId xmlns:a16="http://schemas.microsoft.com/office/drawing/2014/main" val="99126048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175ABA5-46AF-9023-E3D7-D8E919649C87}"/>
              </a:ext>
            </a:extLst>
          </p:cNvPr>
          <p:cNvSpPr txBox="1"/>
          <p:nvPr/>
        </p:nvSpPr>
        <p:spPr>
          <a:xfrm>
            <a:off x="2257095" y="1333364"/>
            <a:ext cx="82217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El Problema del </a:t>
            </a:r>
            <a:r>
              <a:rPr lang="es-MX" sz="3200" b="1" dirty="0" err="1"/>
              <a:t>Baseline</a:t>
            </a:r>
            <a:r>
              <a:rPr lang="es-MX" sz="3200" b="1" dirty="0"/>
              <a:t>: Comparación Sesgada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E94E3821-05FE-6560-E66E-611EE736EDF0}"/>
              </a:ext>
            </a:extLst>
          </p:cNvPr>
          <p:cNvSpPr txBox="1"/>
          <p:nvPr/>
        </p:nvSpPr>
        <p:spPr>
          <a:xfrm>
            <a:off x="657546" y="485372"/>
            <a:ext cx="785973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b="1" dirty="0"/>
              <a:t>Variables consideradas como </a:t>
            </a:r>
            <a:r>
              <a:rPr lang="es-MX" sz="2000" b="1" dirty="0" err="1"/>
              <a:t>confusores</a:t>
            </a:r>
            <a:endParaRPr lang="es-MX" sz="2000" b="1" dirty="0"/>
          </a:p>
          <a:p>
            <a:pPr>
              <a:buNone/>
            </a:pPr>
            <a:endParaRPr lang="es-MX" sz="2000" dirty="0"/>
          </a:p>
          <a:p>
            <a:r>
              <a:rPr lang="es-MX" sz="2000" dirty="0"/>
              <a:t>Estas variables se incluyeron como </a:t>
            </a:r>
            <a:r>
              <a:rPr lang="es-MX" sz="2000" dirty="0" err="1"/>
              <a:t>confusores</a:t>
            </a:r>
            <a:r>
              <a:rPr lang="es-MX" sz="2000" dirty="0"/>
              <a:t> porque pueden influir simultáneamente en la presencia de DM2 y en el costo total de atención médica (CLTV).</a:t>
            </a:r>
            <a:br>
              <a:rPr lang="es-MX" sz="2000" dirty="0"/>
            </a:br>
            <a:r>
              <a:rPr lang="es-MX" sz="2000" dirty="0"/>
              <a:t>Controlarlas en el modelo permite estimar el efecto esperado en costos evitando sesgos por diferencias en la composición de pacientes.</a:t>
            </a:r>
          </a:p>
          <a:p>
            <a:pPr>
              <a:buNone/>
            </a:pPr>
            <a:endParaRPr lang="es-MX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Edad / segmento etario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000" dirty="0"/>
              <a:t>Influye en la prevalencia de enfermedades crónicas y en el uso de servicios médicos.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Sexo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000" dirty="0"/>
              <a:t>Existen diferencias en patrones de atención, prevención y gasto médico entre hombres y mujeres.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/>
              <a:t>DM2 (Diabetes Mellitus tipo 2)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000" dirty="0"/>
              <a:t>Enfermedad crónica asociada con mayor uso de laboratorio, gabinete y consultas médicas.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5B7549-AC01-33C5-F542-5A6C02832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292" y="3121748"/>
            <a:ext cx="6000108" cy="510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5C8A69F-CEEC-11AA-AC7C-3EA99AD540E9}"/>
              </a:ext>
            </a:extLst>
          </p:cNvPr>
          <p:cNvSpPr txBox="1"/>
          <p:nvPr/>
        </p:nvSpPr>
        <p:spPr>
          <a:xfrm>
            <a:off x="9411128" y="1075683"/>
            <a:ext cx="52192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Nota: algunas variables adicionales fueron generadas y otras fueron eliminadas para evitar circularidad</a:t>
            </a:r>
          </a:p>
          <a:p>
            <a:endParaRPr lang="es-MX" dirty="0"/>
          </a:p>
          <a:p>
            <a:r>
              <a:rPr lang="es-MX" dirty="0"/>
              <a:t>La matriz muestra correlación Spearman de cada variable con </a:t>
            </a:r>
            <a:r>
              <a:rPr lang="es-MX" dirty="0" err="1">
                <a:latin typeface="Courier New" panose="02070309020205020404" pitchFamily="49" charset="0"/>
              </a:rPr>
              <a:t>cltv</a:t>
            </a:r>
            <a:r>
              <a:rPr lang="es-MX" dirty="0"/>
              <a:t>. Variables con correlación &gt;0.70 fueron excluidas del modelo por riesgo de circularidad.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2C46ED5-70C2-7BB6-ACB8-A3B8E35B5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4035253"/>
            <a:ext cx="5486400" cy="419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69AE86-7A7C-ADCA-8467-C2BAE8A51761}"/>
              </a:ext>
            </a:extLst>
          </p:cNvPr>
          <p:cNvSpPr txBox="1"/>
          <p:nvPr/>
        </p:nvSpPr>
        <p:spPr>
          <a:xfrm>
            <a:off x="9144000" y="93896"/>
            <a:ext cx="42817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b="1" dirty="0"/>
              <a:t>Selección de un modelo GLM Gamma con link-log</a:t>
            </a:r>
          </a:p>
          <a:p>
            <a:pPr>
              <a:buNone/>
            </a:pPr>
            <a:endParaRPr lang="es-MX" sz="2400" b="1" dirty="0"/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57B4D474-4714-172A-E16F-B087A3148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0710" y="933496"/>
            <a:ext cx="560969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MX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CLTV es una variable continua y positiva, con alta asimetría (muchos valores pequeños y pocos muy grandes).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MX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distribución Gamma es adecuada para modelar variables monetarias positivas y sesgadas.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MX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log link garantiza predicciones positivas y permite interpretar los efectos como cambios porcentuales en el CLTV esperado.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599F744-5506-CC72-F65A-F486DC88F9E4}"/>
                  </a:ext>
                </a:extLst>
              </p:cNvPr>
              <p:cNvSpPr txBox="1"/>
              <p:nvPr/>
            </p:nvSpPr>
            <p:spPr>
              <a:xfrm>
                <a:off x="619019" y="694060"/>
                <a:ext cx="7320336" cy="5717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sz="2400" b="1" dirty="0"/>
                  <a:t>Definición de CLTV ajustado</a:t>
                </a:r>
              </a:p>
              <a:p>
                <a:pPr>
                  <a:buNone/>
                </a:pPr>
                <a:r>
                  <a:rPr lang="es-MX" sz="2400" dirty="0"/>
                  <a:t>El </a:t>
                </a:r>
                <a:r>
                  <a:rPr lang="es-MX" sz="2400" b="1" dirty="0"/>
                  <a:t>CLTV ajustado</a:t>
                </a:r>
                <a:r>
                  <a:rPr lang="es-MX" sz="2400" dirty="0"/>
                  <a:t> se define como el valor esperado del costo total de atención médica del paciente, estimado mediante un </a:t>
                </a:r>
                <a:r>
                  <a:rPr lang="es-MX" sz="2400" b="1" dirty="0"/>
                  <a:t>modelo GLM Gamma con enlace logarítmico</a:t>
                </a:r>
                <a:r>
                  <a:rPr lang="es-MX" sz="2400" dirty="0"/>
                  <a:t>, ajustado por características demográficas y clínicas del paciente.</a:t>
                </a:r>
              </a:p>
              <a:p>
                <a:pPr>
                  <a:buNone/>
                </a:pPr>
                <a:r>
                  <a:rPr lang="es-MX" sz="2400" dirty="0"/>
                  <a:t>Formalmente: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latin typeface="Cambria Math" panose="02040503050406030204" pitchFamily="18" charset="0"/>
                        </a:rPr>
                        <m:t>𝐶𝐿𝑇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𝑎𝑗𝑢𝑠𝑡𝑎𝑑𝑜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𝐶𝐿𝑇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s-MX" sz="2400" dirty="0"/>
                  <a:t>donde: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400" i="1">
                        <a:latin typeface="Cambria Math" panose="02040503050406030204" pitchFamily="18" charset="0"/>
                      </a:rPr>
                      <m:t>𝐶𝐿𝑇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s-MX" sz="2400" dirty="0"/>
                  <a:t>costo total observado del paciente </a:t>
                </a:r>
                <a14:m>
                  <m:oMath xmlns:m="http://schemas.openxmlformats.org/officeDocument/2006/math">
                    <m:r>
                      <a:rPr lang="es-MX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s-MX" sz="24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s-MX" sz="2400" dirty="0"/>
                  <a:t>vector de características del paciente (edad, sexo, segmento, presencia de DM2, etc.)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ar-AE" sz="2400" dirty="0"/>
                  <a:t>= </a:t>
                </a:r>
                <a:r>
                  <a:rPr lang="es-MX" sz="2400" dirty="0"/>
                  <a:t>valor esperado estimado por el modelo</a:t>
                </a:r>
              </a:p>
              <a:p>
                <a:pPr>
                  <a:buNone/>
                </a:pPr>
                <a:r>
                  <a:rPr lang="es-MX" sz="2400" dirty="0"/>
                  <a:t>El modelo utilizado 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𝐶𝐿𝑇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2400" i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s-MX" sz="24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599F744-5506-CC72-F65A-F486DC88F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19" y="694060"/>
                <a:ext cx="7320336" cy="5717014"/>
              </a:xfrm>
              <a:prstGeom prst="rect">
                <a:avLst/>
              </a:prstGeom>
              <a:blipFill>
                <a:blip r:embed="rId5"/>
                <a:stretch>
                  <a:fillRect l="-1333" t="-85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6D3130-F981-5841-DAC2-D033157391D1}"/>
              </a:ext>
            </a:extLst>
          </p:cNvPr>
          <p:cNvSpPr txBox="1"/>
          <p:nvPr/>
        </p:nvSpPr>
        <p:spPr>
          <a:xfrm>
            <a:off x="10181690" y="5610968"/>
            <a:ext cx="444871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600" dirty="0"/>
              <a:t>Para estimar el efecto aislado del padecimiento, se generó un escenario contrafactual fijando la variable DM2 para todos los pacientes, manteniendo constantes las demás covariables.</a:t>
            </a:r>
          </a:p>
          <a:p>
            <a:pPr>
              <a:buNone/>
            </a:pPr>
            <a:r>
              <a:rPr lang="es-MX" sz="1600" dirty="0"/>
              <a:t>La razón entre la predicción del modelo en el escenario real y el escenario contrafactual se utilizó como factor multiplicativo para ajustar el CLTV original.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3A587F4-D2B6-686C-3591-8B5ED1839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529" y="404438"/>
            <a:ext cx="65722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BEFDC53-DDE4-B630-A902-E19051B82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066007"/>
              </p:ext>
            </p:extLst>
          </p:nvPr>
        </p:nvGraphicFramePr>
        <p:xfrm>
          <a:off x="246186" y="929640"/>
          <a:ext cx="7697343" cy="63703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565781">
                  <a:extLst>
                    <a:ext uri="{9D8B030D-6E8A-4147-A177-3AD203B41FA5}">
                      <a16:colId xmlns:a16="http://schemas.microsoft.com/office/drawing/2014/main" val="649526939"/>
                    </a:ext>
                  </a:extLst>
                </a:gridCol>
                <a:gridCol w="2565781">
                  <a:extLst>
                    <a:ext uri="{9D8B030D-6E8A-4147-A177-3AD203B41FA5}">
                      <a16:colId xmlns:a16="http://schemas.microsoft.com/office/drawing/2014/main" val="1456512903"/>
                    </a:ext>
                  </a:extLst>
                </a:gridCol>
                <a:gridCol w="2565781">
                  <a:extLst>
                    <a:ext uri="{9D8B030D-6E8A-4147-A177-3AD203B41FA5}">
                      <a16:colId xmlns:a16="http://schemas.microsoft.com/office/drawing/2014/main" val="115487407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Impacto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Interpretación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45241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Nivel de frecuencia (Media vs Alta)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+365%</a:t>
                      </a:r>
                      <a:endParaRPr lang="es-MX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La frecuencia de uso del servicio es el principal determinante del CLTV.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5182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Nivel de frecuencia (Baja vs Alta)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 dirty="0"/>
                        <a:t>+55%</a:t>
                      </a:r>
                      <a:endParaRPr lang="es-MX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Incluso niveles menores de frecuencia muestran incremento relevante en CLTV.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67257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Log del monto histórico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+33%</a:t>
                      </a:r>
                      <a:endParaRPr lang="es-MX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Pacientes con mayor gasto histórico tienden a generar mayor valor futuro.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93644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Segmento de edad (&gt;81 años)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+19%</a:t>
                      </a:r>
                      <a:endParaRPr lang="es-MX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Pacientes de mayor edad presentan mayor CLTV esperado.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33739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Permanencia larga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−36%</a:t>
                      </a:r>
                      <a:endParaRPr lang="es-MX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Pacientes con permanencia larga muestran menor CLTV marginal en el modelo.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45908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Regresan anualmente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+4.5%</a:t>
                      </a:r>
                      <a:endParaRPr lang="es-MX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La recurrencia anual aumenta ligeramente el valor esperado.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49588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Diabetes tipo 2 (DM2)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b="1"/>
                        <a:t>+0.4%</a:t>
                      </a:r>
                      <a:endParaRPr lang="es-MX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El efecto directo de DM2 es pequeño una vez controlados otros factores.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538767"/>
                  </a:ext>
                </a:extLst>
              </a:tr>
            </a:tbl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E8459676-DB95-3A2E-FBFE-88CB0E8F4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21" y="572102"/>
            <a:ext cx="8925352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 del modelo CLTV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1"/>
          <p:cNvSpPr/>
          <p:nvPr/>
        </p:nvSpPr>
        <p:spPr>
          <a:xfrm>
            <a:off x="515604" y="12923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Efecto del padecimiento (hallazgo clínico)</a:t>
            </a:r>
            <a:endParaRPr lang="en-US" sz="3550" dirty="0"/>
          </a:p>
        </p:txBody>
      </p:sp>
      <p:sp>
        <p:nvSpPr>
          <p:cNvPr id="6" name="Text 2"/>
          <p:cNvSpPr/>
          <p:nvPr/>
        </p:nvSpPr>
        <p:spPr>
          <a:xfrm>
            <a:off x="412863" y="1331767"/>
            <a:ext cx="8248251" cy="309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MX" sz="1600" dirty="0"/>
              <a:t>La diferencia observada en CLTV entre pacientes con DM2 y sin DM2 no parece deberse al padecimiento en sí, sino a variables de comportamiento como frecuencia, permanencia o gasto histórico.</a:t>
            </a:r>
            <a:endParaRPr lang="en-US" sz="1600" dirty="0"/>
          </a:p>
          <a:p>
            <a:endParaRPr lang="es-MX" sz="1600" b="1" dirty="0"/>
          </a:p>
          <a:p>
            <a:r>
              <a:rPr lang="es-MX" sz="1600" b="1" dirty="0"/>
              <a:t>Hallazgo clave</a:t>
            </a:r>
            <a:endParaRPr lang="es-MX" sz="1600" dirty="0"/>
          </a:p>
          <a:p>
            <a:r>
              <a:rPr lang="es-MX" sz="1600" dirty="0"/>
              <a:t>Pacientes con DM2 presentan </a:t>
            </a:r>
            <a:r>
              <a:rPr lang="es-MX" sz="1600" b="1" dirty="0"/>
              <a:t>CLTV promedio 2.6× mayor</a:t>
            </a:r>
            <a:endParaRPr lang="es-MX" sz="1600" dirty="0"/>
          </a:p>
          <a:p>
            <a:r>
              <a:rPr lang="es-MX" sz="1600" dirty="0"/>
              <a:t>Sin embargo, al controlar por comportamiento de compra: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frecuencia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permanencia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gasto histórico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600" dirty="0"/>
              <a:t>demografía</a:t>
            </a:r>
          </a:p>
          <a:p>
            <a:r>
              <a:rPr lang="es-MX" sz="1600" dirty="0"/>
              <a:t>el efecto del padecimiento se reduce a +0.4 % (no significativo)</a:t>
            </a:r>
          </a:p>
        </p:txBody>
      </p:sp>
      <p:sp>
        <p:nvSpPr>
          <p:cNvPr id="9" name="Text 4"/>
          <p:cNvSpPr/>
          <p:nvPr/>
        </p:nvSpPr>
        <p:spPr>
          <a:xfrm>
            <a:off x="2876038" y="1625169"/>
            <a:ext cx="50247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6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3C09ED5-E514-4C85-76DC-887725A1E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568" y="4428163"/>
            <a:ext cx="5278570" cy="380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5046E554-5AAB-5FFB-E38D-101B39CDB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6872" y="-15647"/>
            <a:ext cx="5753528" cy="430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283057AB-43B0-E9A0-029C-68A3CFB42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6872" y="4265156"/>
            <a:ext cx="5753528" cy="396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793790" y="706993"/>
            <a:ext cx="535531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Conclusiones estratégicas</a:t>
            </a:r>
            <a:endParaRPr lang="en-US" sz="3550" dirty="0"/>
          </a:p>
        </p:txBody>
      </p:sp>
      <p:sp>
        <p:nvSpPr>
          <p:cNvPr id="6" name="Shape 2"/>
          <p:cNvSpPr/>
          <p:nvPr/>
        </p:nvSpPr>
        <p:spPr>
          <a:xfrm>
            <a:off x="1511640" y="1614130"/>
            <a:ext cx="3212837" cy="4564499"/>
          </a:xfrm>
          <a:prstGeom prst="roundRect">
            <a:avLst>
              <a:gd name="adj" fmla="val 1437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1953964" y="2867143"/>
            <a:ext cx="2175110" cy="322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MX" sz="2000" dirty="0"/>
          </a:p>
        </p:txBody>
      </p:sp>
      <p:sp>
        <p:nvSpPr>
          <p:cNvPr id="9" name="Shape 5"/>
          <p:cNvSpPr/>
          <p:nvPr/>
        </p:nvSpPr>
        <p:spPr>
          <a:xfrm>
            <a:off x="5708781" y="1528075"/>
            <a:ext cx="3212837" cy="4564499"/>
          </a:xfrm>
          <a:prstGeom prst="roundRect">
            <a:avLst>
              <a:gd name="adj" fmla="val 1437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5935596" y="1754889"/>
            <a:ext cx="25972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MX" sz="220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El gasto histórico predice valor futuro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935596" y="2599638"/>
            <a:ext cx="2597252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MX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mayor monto histórico está asociado con mayor CLTV esperado. 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905922" y="1528075"/>
            <a:ext cx="3212837" cy="4564499"/>
          </a:xfrm>
          <a:prstGeom prst="roundRect">
            <a:avLst>
              <a:gd name="adj" fmla="val 1437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10132738" y="1754889"/>
            <a:ext cx="25972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MX" sz="220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El mayor CLTV en pacientes con DM2 se explica por mayor utilización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132738" y="3224885"/>
            <a:ext cx="2597252" cy="264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MX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 controlar por comportamiento y demografía, el efecto directo de DM2 es mínimo.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793790" y="643378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s-MX" sz="1600" dirty="0"/>
              <a:t>El CLTV está principalmente impulsado por el comportamiento de consumo del paciente; las condiciones médicas como DM2 explican el valor indirectamente a través de mayor utilización de servicios.</a:t>
            </a:r>
            <a:endParaRPr lang="en-US" sz="1750" dirty="0"/>
          </a:p>
        </p:txBody>
      </p:sp>
      <p:sp>
        <p:nvSpPr>
          <p:cNvPr id="16" name="Shape 2"/>
          <p:cNvSpPr/>
          <p:nvPr/>
        </p:nvSpPr>
        <p:spPr>
          <a:xfrm>
            <a:off x="1756881" y="3224885"/>
            <a:ext cx="2372194" cy="2867689"/>
          </a:xfrm>
          <a:prstGeom prst="roundRect">
            <a:avLst>
              <a:gd name="adj" fmla="val 1437"/>
            </a:avLst>
          </a:prstGeom>
          <a:solidFill>
            <a:srgbClr val="F3EEE3"/>
          </a:solidFill>
          <a:ln/>
        </p:spPr>
        <p:txBody>
          <a:bodyPr/>
          <a:lstStyle/>
          <a:p>
            <a:r>
              <a:rPr lang="es-MX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Pacientes con mayor frecuencia de servicios generan significativamente más valor.</a:t>
            </a:r>
            <a:endParaRPr lang="es-MX" dirty="0"/>
          </a:p>
        </p:txBody>
      </p:sp>
      <p:sp>
        <p:nvSpPr>
          <p:cNvPr id="17" name="Text 3"/>
          <p:cNvSpPr/>
          <p:nvPr/>
        </p:nvSpPr>
        <p:spPr>
          <a:xfrm>
            <a:off x="1756882" y="1674244"/>
            <a:ext cx="2825392" cy="121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MX" sz="220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El comportamiento de uso es el principal determinante del CLTV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1102</Words>
  <Application>Microsoft Office PowerPoint</Application>
  <PresentationFormat>Custom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Source Sans 3</vt:lpstr>
      <vt:lpstr>Courier New</vt:lpstr>
      <vt:lpstr>Nanum Gothic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Axel Aarón Luna Quiñones</cp:lastModifiedBy>
  <cp:revision>1</cp:revision>
  <dcterms:created xsi:type="dcterms:W3CDTF">2026-03-04T04:49:27Z</dcterms:created>
  <dcterms:modified xsi:type="dcterms:W3CDTF">2026-03-06T23:44:27Z</dcterms:modified>
</cp:coreProperties>
</file>